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01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684AB-2332-6173-67B9-9A04F0C4CF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C65748-5021-08C0-6FDF-CF0FE3A331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75F5BC-8671-2858-4FBD-6F210AC33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08447-F61C-41A7-AA19-84A3B1828186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949473-91D1-4970-6AD3-16E6474E0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00EDB-6E29-0B64-0D39-BE150E0A9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0098C-295E-4830-AFAE-779CA4851C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309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D48B3-594B-0F26-0F1F-9EE442C3E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6A0B6F-8CB0-8876-C186-E970AA3974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0EAC15-9F46-A3AF-C36A-689045325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08447-F61C-41A7-AA19-84A3B1828186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65C337-72D5-820E-8313-5504D4BBE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6FA1A-1E0C-86B0-155A-428B5DC33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0098C-295E-4830-AFAE-779CA4851C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354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0C6E9-FDF1-AA92-B3EA-5451E96EB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D7CDCF-1689-1485-D599-AE36DBD42D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667411-FDDB-8F93-A624-3FA750B7A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08447-F61C-41A7-AA19-84A3B1828186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295DBD-CBE9-6547-952C-D5A0A9C3F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95F54A-6595-1A07-12D2-EA534B850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0098C-295E-4830-AFAE-779CA4851C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869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4AA57-8645-42C1-DFF7-3CECBD141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840C4C-E492-55B4-A59B-E844646735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6B9E47-5DC7-A89B-E5D0-B9F7221D21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10790-6548-4507-0652-BB2F6AC71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08447-F61C-41A7-AA19-84A3B1828186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87F7CE-CF34-E131-C78B-3914B875B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8EC58B-8A6C-7E98-A69A-783C9530C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0098C-295E-4830-AFAE-779CA4851C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170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BD2EF-E365-6215-7301-2728A7E81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D84947-7F4D-198C-2EAC-4075C943FA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0A5249-C1DB-B1CF-824E-ED4CC85997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036079-A0F8-8263-CD3A-1E3FD2BB99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98A4C1-6D77-9ADA-6EA1-83307964E5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950CD6-63C1-E31B-A870-A1EC7DBD0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08447-F61C-41A7-AA19-84A3B1828186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864598-4000-43D6-F3E2-B1708FBD3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5077F-D1C9-AB11-B001-502254B6D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0098C-295E-4830-AFAE-779CA4851C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830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9B6B2-3C6C-FEBB-B580-17A9C0DAE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D90290-8513-032C-3533-3113242CE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08447-F61C-41A7-AA19-84A3B1828186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0C20EC-F4D8-EDEC-C8FF-ACBB0D860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BE0890-57EC-1F9D-D14B-17278ACFC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0098C-295E-4830-AFAE-779CA4851C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631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4A085E-B31B-64E6-93A2-9DBE84DBD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08447-F61C-41A7-AA19-84A3B1828186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537650-18AC-7183-BFFF-74236529D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18002A-BB24-4B62-8D9A-EC525C792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0098C-295E-4830-AFAE-779CA4851C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078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FAD00-5C1B-E549-F831-4A6AE00A2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F666C5-7617-4DB2-2BC0-C625C997D0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22327F-1D84-1D95-9954-D223113E86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884D9F-F2D5-6BEF-183B-862825003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08447-F61C-41A7-AA19-84A3B1828186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22F1FA-FE5A-4A1D-30D7-74ED379E4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B6263C-5738-F380-C45E-3BD37B389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0098C-295E-4830-AFAE-779CA4851C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839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05F60-5EAA-6785-27E7-E7622C433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FE9A81-F508-7B94-3F17-441786C23E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1928BF-DF3A-10FA-6E2C-EA595BADA0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48B36E-5C52-B01D-018C-89D3063F9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08447-F61C-41A7-AA19-84A3B1828186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385784-2158-2689-A008-8F634DD2E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AFAC65-105C-8F8E-6AE1-603023252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0098C-295E-4830-AFAE-779CA4851C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285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9F98C-58EF-B353-FAB3-FF7B91DF0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458011-FC4D-2241-EE2B-9D8625B6F8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DB1D6D-82CD-A2E5-8FE0-08A52E74B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08447-F61C-41A7-AA19-84A3B1828186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318F21-A001-71D2-88DE-880176B4E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C89597-3D96-DDBA-B805-1F1E2DC51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0098C-295E-4830-AFAE-779CA4851C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758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32F58F-2B90-1523-0253-C8A8D4EE55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537490-990B-90B4-15BE-79AEC3F41A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0D878-E210-68C8-D0B4-2737A4642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08447-F61C-41A7-AA19-84A3B1828186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4891CE-ABE3-27A8-0E5D-73553E0E1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7CDC0C-3CD8-102F-5AA3-8BFDD13A8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0098C-295E-4830-AFAE-779CA4851C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735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C36EEC-4EC2-C0C0-56BA-F8FE20751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575B9E-1012-ED47-C5AF-D3D7B3BAF4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A207A8-FC2A-39AD-0842-7B5599FDF2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E08447-F61C-41A7-AA19-84A3B1828186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4C531F-05ED-245F-1C67-4D73360977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0D106-EDE3-4D62-6B1B-E83BA652F6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10098C-295E-4830-AFAE-779CA4851C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848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0072A7F-EF5E-6414-0AC9-25315C1DF720}"/>
              </a:ext>
            </a:extLst>
          </p:cNvPr>
          <p:cNvSpPr txBox="1"/>
          <p:nvPr/>
        </p:nvSpPr>
        <p:spPr>
          <a:xfrm>
            <a:off x="1848465" y="540774"/>
            <a:ext cx="811161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SWIGGY BUSINESS INSIGHTS ANALYSIS</a:t>
            </a:r>
            <a:br>
              <a:rPr lang="en-US" sz="40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4000" dirty="0">
                <a:latin typeface="Verdana" panose="020B0604030504040204" pitchFamily="34" charset="0"/>
                <a:ea typeface="Verdana" panose="020B0604030504040204" pitchFamily="34" charset="0"/>
              </a:rPr>
              <a:t>(SQL + Power BI Project)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5CC51BAC-B763-CE06-FBAD-3E7FF01881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5712" y="3429000"/>
            <a:ext cx="510294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Name: Shubham Vivek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Solse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Tools Used: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MySQL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Power BI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Excel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Date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: 03/06/2026 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2758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5E9D0-67BA-7771-A877-03DA5E5A8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1F4910-9789-5C7D-754A-011A49FF48C7}"/>
              </a:ext>
            </a:extLst>
          </p:cNvPr>
          <p:cNvSpPr txBox="1"/>
          <p:nvPr/>
        </p:nvSpPr>
        <p:spPr>
          <a:xfrm>
            <a:off x="1848465" y="550606"/>
            <a:ext cx="73152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Objective:</a:t>
            </a:r>
          </a:p>
          <a:p>
            <a:endParaRPr lang="en-US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Analyze Swiggy food delivery data to identify: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Revenue trends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Customer ordering patterns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Restaurant performance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Dish performance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Geographic demand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Business recommendations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1CF07BD-1986-D2AB-17B4-26E0531834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9611826"/>
              </p:ext>
            </p:extLst>
          </p:nvPr>
        </p:nvGraphicFramePr>
        <p:xfrm>
          <a:off x="1848465" y="3722072"/>
          <a:ext cx="7538884" cy="1463040"/>
        </p:xfrm>
        <a:graphic>
          <a:graphicData uri="http://schemas.openxmlformats.org/drawingml/2006/table">
            <a:tbl>
              <a:tblPr/>
              <a:tblGrid>
                <a:gridCol w="3769442">
                  <a:extLst>
                    <a:ext uri="{9D8B030D-6E8A-4147-A177-3AD203B41FA5}">
                      <a16:colId xmlns:a16="http://schemas.microsoft.com/office/drawing/2014/main" val="3560292613"/>
                    </a:ext>
                  </a:extLst>
                </a:gridCol>
                <a:gridCol w="3769442">
                  <a:extLst>
                    <a:ext uri="{9D8B030D-6E8A-4147-A177-3AD203B41FA5}">
                      <a16:colId xmlns:a16="http://schemas.microsoft.com/office/drawing/2014/main" val="7917798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Tools Used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1968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Excel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Initial Data Review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10523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SQL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Data Cleaning &amp; Analysis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07917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Power BI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Dashboard Development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49573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7636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273BC-9032-06F4-B964-DA833ABAF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AA30811-013F-0EF7-3A7E-CAC03709A1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8321547"/>
              </p:ext>
            </p:extLst>
          </p:nvPr>
        </p:nvGraphicFramePr>
        <p:xfrm>
          <a:off x="1801762" y="1234440"/>
          <a:ext cx="7165258" cy="2194560"/>
        </p:xfrm>
        <a:graphic>
          <a:graphicData uri="http://schemas.openxmlformats.org/drawingml/2006/table">
            <a:tbl>
              <a:tblPr/>
              <a:tblGrid>
                <a:gridCol w="3582629">
                  <a:extLst>
                    <a:ext uri="{9D8B030D-6E8A-4147-A177-3AD203B41FA5}">
                      <a16:colId xmlns:a16="http://schemas.microsoft.com/office/drawing/2014/main" val="1115229646"/>
                    </a:ext>
                  </a:extLst>
                </a:gridCol>
                <a:gridCol w="3582629">
                  <a:extLst>
                    <a:ext uri="{9D8B030D-6E8A-4147-A177-3AD203B41FA5}">
                      <a16:colId xmlns:a16="http://schemas.microsoft.com/office/drawing/2014/main" val="18432063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Table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6159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Orders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Transaction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1911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Restaurants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Restaurant Details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56835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Dishes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Dish Information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5004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Dates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Date Dimension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45215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Location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Geographic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742571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480A98C-327B-2CD6-76F1-EDDEC9705609}"/>
              </a:ext>
            </a:extLst>
          </p:cNvPr>
          <p:cNvSpPr txBox="1"/>
          <p:nvPr/>
        </p:nvSpPr>
        <p:spPr>
          <a:xfrm>
            <a:off x="1801762" y="865108"/>
            <a:ext cx="270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Dataset </a:t>
            </a:r>
            <a:r>
              <a:rPr lang="en-US" b="1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Summary: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8F98E4-8C22-657B-DD14-E9411FA6CE4F}"/>
              </a:ext>
            </a:extLst>
          </p:cNvPr>
          <p:cNvSpPr txBox="1"/>
          <p:nvPr/>
        </p:nvSpPr>
        <p:spPr>
          <a:xfrm>
            <a:off x="1801761" y="3711547"/>
            <a:ext cx="270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Dataset </a:t>
            </a:r>
            <a:r>
              <a:rPr lang="en-US" b="1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Statistics: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51F508E-1211-36DD-67FB-DD29D4AF35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1761" y="3833783"/>
            <a:ext cx="6457336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197,240 Orders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993 Restaurants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28 Cities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243 Dates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Multiple Food Categories </a:t>
            </a:r>
          </a:p>
        </p:txBody>
      </p:sp>
    </p:spTree>
    <p:extLst>
      <p:ext uri="{BB962C8B-B14F-4D97-AF65-F5344CB8AC3E}">
        <p14:creationId xmlns:p14="http://schemas.microsoft.com/office/powerpoint/2010/main" val="1816302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B9FE108-192B-B813-E283-9AC6D6F44A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9478" y="2190642"/>
            <a:ext cx="2613887" cy="36350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5BEFA82-4E5E-58F1-5152-45B48CE813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8636" y="2849830"/>
            <a:ext cx="3513124" cy="115834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F03563C-83B5-5301-864F-B36F72CB7744}"/>
              </a:ext>
            </a:extLst>
          </p:cNvPr>
          <p:cNvSpPr txBox="1"/>
          <p:nvPr/>
        </p:nvSpPr>
        <p:spPr>
          <a:xfrm>
            <a:off x="2694039" y="1297859"/>
            <a:ext cx="68039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Fixed inconsistent date formats and added new columns.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8C5D5A-EB07-E513-631C-1244FE376DA9}"/>
              </a:ext>
            </a:extLst>
          </p:cNvPr>
          <p:cNvSpPr txBox="1"/>
          <p:nvPr/>
        </p:nvSpPr>
        <p:spPr>
          <a:xfrm>
            <a:off x="1632070" y="589742"/>
            <a:ext cx="2114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Data </a:t>
            </a:r>
            <a:r>
              <a:rPr lang="en-US" b="1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Cleaning:</a:t>
            </a:r>
          </a:p>
        </p:txBody>
      </p:sp>
    </p:spTree>
    <p:extLst>
      <p:ext uri="{BB962C8B-B14F-4D97-AF65-F5344CB8AC3E}">
        <p14:creationId xmlns:p14="http://schemas.microsoft.com/office/powerpoint/2010/main" val="8149386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138F86C-BDEA-F52B-ABAD-2099F8323B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1453" y="1022187"/>
            <a:ext cx="3646602" cy="3352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ABA2062-6D1B-99C0-2155-41FA96F698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2067" y="4374987"/>
            <a:ext cx="4266221" cy="192823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27D4083-DB0E-FB27-F7C9-B870F7B9AA25}"/>
              </a:ext>
            </a:extLst>
          </p:cNvPr>
          <p:cNvSpPr txBox="1"/>
          <p:nvPr/>
        </p:nvSpPr>
        <p:spPr>
          <a:xfrm>
            <a:off x="1632070" y="589742"/>
            <a:ext cx="2114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Data </a:t>
            </a:r>
            <a:r>
              <a:rPr lang="en-US" b="1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Cleaning: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FE0EFC-0865-646C-86CC-41F5FEF29D12}"/>
              </a:ext>
            </a:extLst>
          </p:cNvPr>
          <p:cNvSpPr txBox="1"/>
          <p:nvPr/>
        </p:nvSpPr>
        <p:spPr>
          <a:xfrm>
            <a:off x="1632067" y="1189703"/>
            <a:ext cx="4808061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latin typeface="Verdana" panose="020B0604030504040204" pitchFamily="34" charset="0"/>
                <a:ea typeface="Verdana" panose="020B0604030504040204" pitchFamily="34" charset="0"/>
              </a:rPr>
              <a:t>Data Cleaning &amp; </a:t>
            </a:r>
            <a:r>
              <a:rPr lang="en-US" sz="1600" b="1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Standardization:</a:t>
            </a:r>
            <a:endParaRPr lang="en-US" sz="16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Corrected inconsistent rating counts.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Separated recommendation flags from product categories.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Created standardized category values.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Generated binary recommendation indicators for analysis.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843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5B093D73-0164-DF10-B0AA-0F1FACD84D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2069" y="2815538"/>
            <a:ext cx="3520745" cy="20194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4EEBC08-4BE9-0AE7-FAD1-CD3D47A409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9188" y="2419264"/>
            <a:ext cx="2949196" cy="241574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35079ED-34A5-F2F6-D916-991E1E413C63}"/>
              </a:ext>
            </a:extLst>
          </p:cNvPr>
          <p:cNvSpPr txBox="1"/>
          <p:nvPr/>
        </p:nvSpPr>
        <p:spPr>
          <a:xfrm>
            <a:off x="1632070" y="589742"/>
            <a:ext cx="2939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Data </a:t>
            </a:r>
            <a:r>
              <a:rPr lang="en-US" b="1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Transformation: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C320CC-5A53-E58A-EBC4-F72178470CBF}"/>
              </a:ext>
            </a:extLst>
          </p:cNvPr>
          <p:cNvSpPr txBox="1"/>
          <p:nvPr/>
        </p:nvSpPr>
        <p:spPr>
          <a:xfrm>
            <a:off x="1632070" y="1376657"/>
            <a:ext cx="83563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Created derived columns (Price Category and Rating Level) using business rules to enable segmentation and analysis.</a:t>
            </a:r>
          </a:p>
        </p:txBody>
      </p:sp>
    </p:spTree>
    <p:extLst>
      <p:ext uri="{BB962C8B-B14F-4D97-AF65-F5344CB8AC3E}">
        <p14:creationId xmlns:p14="http://schemas.microsoft.com/office/powerpoint/2010/main" val="22610489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C66CCD7-342A-C02D-0C92-731BC3BFE5EF}"/>
              </a:ext>
            </a:extLst>
          </p:cNvPr>
          <p:cNvSpPr txBox="1"/>
          <p:nvPr/>
        </p:nvSpPr>
        <p:spPr>
          <a:xfrm>
            <a:off x="1632070" y="589742"/>
            <a:ext cx="4463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SQL </a:t>
            </a:r>
            <a:r>
              <a:rPr lang="en-US" b="1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Business Questions</a:t>
            </a: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 Solved: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F0E065C-1D54-E156-F2A4-9F55D394BC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9009391"/>
              </p:ext>
            </p:extLst>
          </p:nvPr>
        </p:nvGraphicFramePr>
        <p:xfrm>
          <a:off x="4383341" y="1281357"/>
          <a:ext cx="3425314" cy="3017520"/>
        </p:xfrm>
        <a:graphic>
          <a:graphicData uri="http://schemas.openxmlformats.org/drawingml/2006/table">
            <a:tbl>
              <a:tblPr/>
              <a:tblGrid>
                <a:gridCol w="3425314">
                  <a:extLst>
                    <a:ext uri="{9D8B030D-6E8A-4147-A177-3AD203B41FA5}">
                      <a16:colId xmlns:a16="http://schemas.microsoft.com/office/drawing/2014/main" val="10771399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Business Questions: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38617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Top Restaurants by Revenue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41119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Top Dishes by Revenue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35919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Growing Cities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033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Highest Order Density Areas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48388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Restaurant Segmentation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2602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Revenue vs Ratings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17790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Churn Analysis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42966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Recommendation Strategy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394671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4F6E851-794E-1650-733B-B1189F3AD3D4}"/>
              </a:ext>
            </a:extLst>
          </p:cNvPr>
          <p:cNvSpPr txBox="1"/>
          <p:nvPr/>
        </p:nvSpPr>
        <p:spPr>
          <a:xfrm>
            <a:off x="1917289" y="4621160"/>
            <a:ext cx="83574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35+ SQL business questions solved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 using joins, aggregations and case statements.</a:t>
            </a:r>
          </a:p>
        </p:txBody>
      </p:sp>
    </p:spTree>
    <p:extLst>
      <p:ext uri="{BB962C8B-B14F-4D97-AF65-F5344CB8AC3E}">
        <p14:creationId xmlns:p14="http://schemas.microsoft.com/office/powerpoint/2010/main" val="4302203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8018EC0-405C-6D25-E6F7-F5820066DA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119" y="3926619"/>
            <a:ext cx="8763759" cy="100592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D8D03E0-4734-0A18-8966-B0EE7FEC1D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0545" y="927147"/>
            <a:ext cx="6530906" cy="200423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D9527C7-9FE4-E715-4EDC-AB7A4FCF04A3}"/>
              </a:ext>
            </a:extLst>
          </p:cNvPr>
          <p:cNvSpPr txBox="1"/>
          <p:nvPr/>
        </p:nvSpPr>
        <p:spPr>
          <a:xfrm>
            <a:off x="1714119" y="244862"/>
            <a:ext cx="1907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SQL </a:t>
            </a:r>
            <a:r>
              <a:rPr lang="en-US" b="1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Queries:</a:t>
            </a:r>
          </a:p>
        </p:txBody>
      </p:sp>
    </p:spTree>
    <p:extLst>
      <p:ext uri="{BB962C8B-B14F-4D97-AF65-F5344CB8AC3E}">
        <p14:creationId xmlns:p14="http://schemas.microsoft.com/office/powerpoint/2010/main" val="17508056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9C1D2FF6-BC12-2C66-E095-46F6B9529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609" y="4202699"/>
            <a:ext cx="11796782" cy="12726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9CF136E-AE0C-F6C7-86DB-92BFB76F94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2029" y="1382651"/>
            <a:ext cx="6027942" cy="12726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8361C82-33F3-54B3-0478-C5C1CE5FAB57}"/>
              </a:ext>
            </a:extLst>
          </p:cNvPr>
          <p:cNvSpPr txBox="1"/>
          <p:nvPr/>
        </p:nvSpPr>
        <p:spPr>
          <a:xfrm>
            <a:off x="1714119" y="244862"/>
            <a:ext cx="1907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SQL </a:t>
            </a:r>
            <a:r>
              <a:rPr lang="en-US" b="1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Queries:</a:t>
            </a:r>
          </a:p>
        </p:txBody>
      </p:sp>
    </p:spTree>
    <p:extLst>
      <p:ext uri="{BB962C8B-B14F-4D97-AF65-F5344CB8AC3E}">
        <p14:creationId xmlns:p14="http://schemas.microsoft.com/office/powerpoint/2010/main" val="19368468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0DC80B2-2D8F-1EC3-10EA-3DE24BA0A8B5}"/>
              </a:ext>
            </a:extLst>
          </p:cNvPr>
          <p:cNvSpPr txBox="1"/>
          <p:nvPr/>
        </p:nvSpPr>
        <p:spPr>
          <a:xfrm>
            <a:off x="1694454" y="323520"/>
            <a:ext cx="4480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City Analysis </a:t>
            </a: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Dashboard: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C698D9-DE08-06AB-C35B-15B13B6956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9277" y="757958"/>
            <a:ext cx="9533446" cy="5342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6971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7B2D3D3-A060-F042-CE79-8E4CAE5A8D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466" y="742717"/>
            <a:ext cx="9541067" cy="537256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6AFD3D8-6EB1-C64E-E373-7E9BD9F9F7FF}"/>
              </a:ext>
            </a:extLst>
          </p:cNvPr>
          <p:cNvSpPr txBox="1"/>
          <p:nvPr/>
        </p:nvSpPr>
        <p:spPr>
          <a:xfrm>
            <a:off x="1694455" y="323520"/>
            <a:ext cx="4047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Trend Analysis </a:t>
            </a: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Dashboard:</a:t>
            </a:r>
          </a:p>
        </p:txBody>
      </p:sp>
    </p:spTree>
    <p:extLst>
      <p:ext uri="{BB962C8B-B14F-4D97-AF65-F5344CB8AC3E}">
        <p14:creationId xmlns:p14="http://schemas.microsoft.com/office/powerpoint/2010/main" val="6734325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754DDFD-F6A4-1CD5-C5DD-A54E7FCF1E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466" y="738907"/>
            <a:ext cx="9541067" cy="538018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133A6A8-2876-CD17-D12B-B7E1E17134A9}"/>
              </a:ext>
            </a:extLst>
          </p:cNvPr>
          <p:cNvSpPr txBox="1"/>
          <p:nvPr/>
        </p:nvSpPr>
        <p:spPr>
          <a:xfrm>
            <a:off x="1694454" y="323520"/>
            <a:ext cx="4254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Restaurant Analysis </a:t>
            </a: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Dashboard</a:t>
            </a:r>
          </a:p>
        </p:txBody>
      </p:sp>
    </p:spTree>
    <p:extLst>
      <p:ext uri="{BB962C8B-B14F-4D97-AF65-F5344CB8AC3E}">
        <p14:creationId xmlns:p14="http://schemas.microsoft.com/office/powerpoint/2010/main" val="32885170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A4F974ED-4093-3B90-F36A-B8EE2FB12C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466" y="757958"/>
            <a:ext cx="9541067" cy="534208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AD1D129-12EF-253B-A7DD-C07268A2582D}"/>
              </a:ext>
            </a:extLst>
          </p:cNvPr>
          <p:cNvSpPr txBox="1"/>
          <p:nvPr/>
        </p:nvSpPr>
        <p:spPr>
          <a:xfrm>
            <a:off x="1694455" y="323520"/>
            <a:ext cx="4047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Dish Analysis</a:t>
            </a: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 Dashboard:</a:t>
            </a:r>
          </a:p>
        </p:txBody>
      </p:sp>
    </p:spTree>
    <p:extLst>
      <p:ext uri="{BB962C8B-B14F-4D97-AF65-F5344CB8AC3E}">
        <p14:creationId xmlns:p14="http://schemas.microsoft.com/office/powerpoint/2010/main" val="14221659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2426D5D-CAC7-ADD7-EEB8-FE0CD2D91252}"/>
              </a:ext>
            </a:extLst>
          </p:cNvPr>
          <p:cNvSpPr txBox="1"/>
          <p:nvPr/>
        </p:nvSpPr>
        <p:spPr>
          <a:xfrm>
            <a:off x="1694455" y="323520"/>
            <a:ext cx="4047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Business</a:t>
            </a: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 Recommendations: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B2655B-7149-8EFD-C3A0-4F49E7A88468}"/>
              </a:ext>
            </a:extLst>
          </p:cNvPr>
          <p:cNvSpPr txBox="1"/>
          <p:nvPr/>
        </p:nvSpPr>
        <p:spPr>
          <a:xfrm>
            <a:off x="1694455" y="1997839"/>
            <a:ext cx="779367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Recommendations:</a:t>
            </a:r>
          </a:p>
          <a:p>
            <a:endParaRPr lang="en-US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Promote high-rated low-order restaurants.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Focus marketing on high-density locations.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Expand successful restaurant partnerships.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Prioritize top-performing food categories.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Create campaigns in lower-performing cities.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Use recommendation engine based on ratings and order volume.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45285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C128A5A-6C18-10F1-A08D-7292FFFB88FA}"/>
              </a:ext>
            </a:extLst>
          </p:cNvPr>
          <p:cNvSpPr txBox="1"/>
          <p:nvPr/>
        </p:nvSpPr>
        <p:spPr>
          <a:xfrm>
            <a:off x="1694455" y="323520"/>
            <a:ext cx="4047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Project </a:t>
            </a:r>
            <a:r>
              <a:rPr lang="en-US" b="1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Conclusion: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17224C-FEB6-CFC1-83AF-D1104EC0E086}"/>
              </a:ext>
            </a:extLst>
          </p:cNvPr>
          <p:cNvSpPr txBox="1"/>
          <p:nvPr/>
        </p:nvSpPr>
        <p:spPr>
          <a:xfrm>
            <a:off x="1694455" y="1030936"/>
            <a:ext cx="779367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Key </a:t>
            </a:r>
            <a:r>
              <a:rPr lang="en-US" b="1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Learnings:</a:t>
            </a:r>
          </a:p>
          <a:p>
            <a:endParaRPr lang="en-US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SQL Data Cleaning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Joins and Aggregations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Business KPI Analysis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Power BI Dashboarding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Data Storytelling 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155233-D4BD-86EC-9FFF-18419690569E}"/>
              </a:ext>
            </a:extLst>
          </p:cNvPr>
          <p:cNvSpPr txBox="1"/>
          <p:nvPr/>
        </p:nvSpPr>
        <p:spPr>
          <a:xfrm>
            <a:off x="1694455" y="3677344"/>
            <a:ext cx="77936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Outcome:</a:t>
            </a:r>
          </a:p>
          <a:p>
            <a:endParaRPr lang="en-US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Developed an end-to-end Food Delivery Analytics Solution using SQL and Power BI to support business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16266137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313</Words>
  <Application>Microsoft Office PowerPoint</Application>
  <PresentationFormat>Widescreen</PresentationFormat>
  <Paragraphs>93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VS So</dc:creator>
  <cp:lastModifiedBy>VS So</cp:lastModifiedBy>
  <cp:revision>12</cp:revision>
  <dcterms:created xsi:type="dcterms:W3CDTF">2026-05-31T13:20:08Z</dcterms:created>
  <dcterms:modified xsi:type="dcterms:W3CDTF">2026-06-03T02:40:51Z</dcterms:modified>
</cp:coreProperties>
</file>